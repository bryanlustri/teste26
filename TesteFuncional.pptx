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57" r:id="rId5"/>
    <p:sldId id="273" r:id="rId6"/>
    <p:sldId id="280" r:id="rId7"/>
    <p:sldId id="27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9" d="100"/>
          <a:sy n="89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51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0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22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49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42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19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63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95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85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58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18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8AE08-A789-43F1-8E89-BE726943B3A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12FE9-1528-4B6D-9E6B-472ADE117F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63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SOFTWARE</a:t>
            </a:r>
          </a:p>
        </p:txBody>
      </p:sp>
    </p:spTree>
    <p:extLst>
      <p:ext uri="{BB962C8B-B14F-4D97-AF65-F5344CB8AC3E}">
        <p14:creationId xmlns:p14="http://schemas.microsoft.com/office/powerpoint/2010/main" val="98245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9416" y="130481"/>
            <a:ext cx="2183802" cy="1040138"/>
          </a:xfrm>
        </p:spPr>
        <p:txBody>
          <a:bodyPr/>
          <a:lstStyle/>
          <a:p>
            <a:r>
              <a:rPr lang="pt-BR" dirty="0"/>
              <a:t>Conceito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9416" y="133604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Teste de software</a:t>
            </a:r>
            <a:r>
              <a:rPr lang="pt-BR" dirty="0"/>
              <a:t> é o processo de </a:t>
            </a:r>
            <a:r>
              <a:rPr lang="pt-BR" b="1" dirty="0"/>
              <a:t>avaliar um sistema, aplicação ou programa</a:t>
            </a:r>
            <a:r>
              <a:rPr lang="pt-BR" dirty="0"/>
              <a:t> para verificar se ele:</a:t>
            </a:r>
          </a:p>
          <a:p>
            <a:endParaRPr lang="pt-BR" dirty="0"/>
          </a:p>
          <a:p>
            <a:r>
              <a:rPr lang="pt-BR" dirty="0"/>
              <a:t>funciona conforme o esperado;</a:t>
            </a:r>
          </a:p>
          <a:p>
            <a:r>
              <a:rPr lang="pt-BR" dirty="0"/>
              <a:t>atende aos requisitos definidos; </a:t>
            </a:r>
          </a:p>
          <a:p>
            <a:r>
              <a:rPr lang="pt-BR" dirty="0"/>
              <a:t>está livre de erros (ou com o mínimo possível) ;</a:t>
            </a:r>
          </a:p>
          <a:p>
            <a:r>
              <a:rPr lang="pt-BR" dirty="0"/>
              <a:t>Em outras palavras, é uma forma de </a:t>
            </a:r>
            <a:r>
              <a:rPr lang="pt-BR" b="1" dirty="0"/>
              <a:t>identificar falhas antes que o usuário final as encontre.</a:t>
            </a:r>
            <a:endParaRPr lang="pt-BR" dirty="0"/>
          </a:p>
        </p:txBody>
      </p:sp>
      <p:pic>
        <p:nvPicPr>
          <p:cNvPr id="1026" name="Picture 2" descr="Funcionários têm medo de errar no trabalho e serem punidos por isso, aponta  estudo - Época Negócios | Carreira">
            <a:extLst>
              <a:ext uri="{FF2B5EF4-FFF2-40B4-BE49-F238E27FC236}">
                <a16:creationId xmlns:a16="http://schemas.microsoft.com/office/drawing/2014/main" id="{F2906708-32CB-4BBE-ACCB-F32FADAA9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44" y="4985839"/>
            <a:ext cx="2511260" cy="17416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30" name="Picture 6" descr="Cometer erros no trabalho: como a liderança deve lidar com essas situações?">
            <a:extLst>
              <a:ext uri="{FF2B5EF4-FFF2-40B4-BE49-F238E27FC236}">
                <a16:creationId xmlns:a16="http://schemas.microsoft.com/office/drawing/2014/main" id="{5724FE46-62CA-4B4A-88E7-B766710C3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438" y="2492357"/>
            <a:ext cx="2487773" cy="16618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506587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2772" y="285100"/>
            <a:ext cx="6008810" cy="1040138"/>
          </a:xfrm>
        </p:spPr>
        <p:txBody>
          <a:bodyPr>
            <a:normAutofit/>
          </a:bodyPr>
          <a:lstStyle/>
          <a:p>
            <a:r>
              <a:rPr lang="pt-BR" dirty="0"/>
              <a:t>Exemplo Prático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2772" y="153759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Imagine um aplicativo de banco: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Testar se o login funciona → teste de software </a:t>
            </a:r>
          </a:p>
          <a:p>
            <a:r>
              <a:rPr lang="pt-BR" dirty="0"/>
              <a:t>Ver se a transferência dá erro → teste de software </a:t>
            </a:r>
          </a:p>
          <a:p>
            <a:r>
              <a:rPr lang="pt-BR" dirty="0"/>
              <a:t>Conferir se o app trava → teste de software</a:t>
            </a:r>
          </a:p>
        </p:txBody>
      </p:sp>
      <p:pic>
        <p:nvPicPr>
          <p:cNvPr id="2050" name="Picture 2" descr="Aplicativo do Banco do Brasil passa a oferecer microcrédito produtivo -  Destaques - Conselho Federal dos Representantes Comerciais">
            <a:extLst>
              <a:ext uri="{FF2B5EF4-FFF2-40B4-BE49-F238E27FC236}">
                <a16:creationId xmlns:a16="http://schemas.microsoft.com/office/drawing/2014/main" id="{33BC9029-F5BE-424D-842F-6E784FF8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587" y="3541142"/>
            <a:ext cx="3877460" cy="29080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85426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funcional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9416" y="1690688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O </a:t>
            </a:r>
            <a:r>
              <a:rPr lang="pt-BR" b="1" dirty="0"/>
              <a:t>teste funcional</a:t>
            </a:r>
            <a:r>
              <a:rPr lang="pt-BR" dirty="0"/>
              <a:t> é o tipo de teste que verifica se </a:t>
            </a:r>
            <a:r>
              <a:rPr lang="pt-BR" b="1" dirty="0"/>
              <a:t>as funcionalidades de um sistema estão funcionando conforme o esperado</a:t>
            </a:r>
            <a:r>
              <a:rPr lang="pt-BR" dirty="0"/>
              <a:t>, de acordo com os requisitos.</a:t>
            </a:r>
            <a:endParaRPr lang="pt-BR" b="0" i="0" dirty="0">
              <a:effectLst/>
            </a:endParaRPr>
          </a:p>
        </p:txBody>
      </p:sp>
      <p:pic>
        <p:nvPicPr>
          <p:cNvPr id="3074" name="Picture 2" descr="ADMISSÃO DIGITAL SENIOR - Campos Customizados - Como criar um campo customizado tipo String – Senior">
            <a:extLst>
              <a:ext uri="{FF2B5EF4-FFF2-40B4-BE49-F238E27FC236}">
                <a16:creationId xmlns:a16="http://schemas.microsoft.com/office/drawing/2014/main" id="{895D0EAA-A219-4F1F-A912-F56209525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33" y="3192331"/>
            <a:ext cx="6444262" cy="298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ioturntengwobb">
            <a:extLst>
              <a:ext uri="{FF2B5EF4-FFF2-40B4-BE49-F238E27FC236}">
                <a16:creationId xmlns:a16="http://schemas.microsoft.com/office/drawing/2014/main" id="{AE336750-0373-496A-8818-21D0F7466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760" y="3192331"/>
            <a:ext cx="4768754" cy="298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02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9416" y="171487"/>
            <a:ext cx="10515600" cy="1325563"/>
          </a:xfrm>
        </p:spPr>
        <p:txBody>
          <a:bodyPr/>
          <a:lstStyle/>
          <a:p>
            <a:r>
              <a:rPr lang="pt-BR" dirty="0"/>
              <a:t>O que é verificado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0531" y="1604627"/>
            <a:ext cx="10515600" cy="3984898"/>
          </a:xfrm>
        </p:spPr>
        <p:txBody>
          <a:bodyPr>
            <a:normAutofit/>
          </a:bodyPr>
          <a:lstStyle/>
          <a:p>
            <a:r>
              <a:rPr lang="pt-BR" sz="3600" dirty="0"/>
              <a:t>Regras de negócio;</a:t>
            </a:r>
          </a:p>
          <a:p>
            <a:r>
              <a:rPr lang="pt-BR" sz="3600" dirty="0"/>
              <a:t>Entradas e saídas de dados;</a:t>
            </a:r>
          </a:p>
          <a:p>
            <a:r>
              <a:rPr lang="pt-BR" sz="3600" dirty="0"/>
              <a:t>Fluxos do sistema;</a:t>
            </a:r>
          </a:p>
          <a:p>
            <a:r>
              <a:rPr lang="pt-BR" sz="3600" dirty="0"/>
              <a:t>Funcionalidades (botões, telas, ações). </a:t>
            </a:r>
          </a:p>
          <a:p>
            <a:pPr fontAlgn="base"/>
            <a:endParaRPr lang="pt-BR" b="0" i="0" dirty="0">
              <a:effectLst/>
            </a:endParaRPr>
          </a:p>
          <a:p>
            <a:pPr fontAlgn="base"/>
            <a:endParaRPr lang="pt-BR" b="0" i="0" dirty="0">
              <a:effectLst/>
            </a:endParaRPr>
          </a:p>
        </p:txBody>
      </p:sp>
      <p:pic>
        <p:nvPicPr>
          <p:cNvPr id="4098" name="Picture 2" descr="Diferença entre fases de teste, tipos de teste e formas de execução">
            <a:extLst>
              <a:ext uri="{FF2B5EF4-FFF2-40B4-BE49-F238E27FC236}">
                <a16:creationId xmlns:a16="http://schemas.microsoft.com/office/drawing/2014/main" id="{2E5B19A1-F72C-4480-BC9B-E2923D59E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/>
          <a:stretch/>
        </p:blipFill>
        <p:spPr bwMode="auto">
          <a:xfrm>
            <a:off x="7670202" y="1488195"/>
            <a:ext cx="4521798" cy="376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47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0531" y="1604627"/>
            <a:ext cx="6524514" cy="3984898"/>
          </a:xfrm>
        </p:spPr>
        <p:txBody>
          <a:bodyPr>
            <a:normAutofit lnSpcReduction="10000"/>
          </a:bodyPr>
          <a:lstStyle/>
          <a:p>
            <a:r>
              <a:rPr lang="pt-BR" sz="3600" dirty="0"/>
              <a:t>O usuário consegue fazer login com dados válidos? </a:t>
            </a:r>
          </a:p>
          <a:p>
            <a:r>
              <a:rPr lang="pt-BR" sz="3600" dirty="0"/>
              <a:t>O sistema bloqueia login com senha errada? </a:t>
            </a:r>
          </a:p>
          <a:p>
            <a:r>
              <a:rPr lang="pt-BR" sz="3600" dirty="0"/>
              <a:t>Um cadastro é salvo corretamente? </a:t>
            </a:r>
          </a:p>
          <a:p>
            <a:r>
              <a:rPr lang="pt-BR" sz="3600" dirty="0"/>
              <a:t>O botão “comprar” finaliza o pedido?</a:t>
            </a:r>
          </a:p>
          <a:p>
            <a:pPr fontAlgn="base"/>
            <a:endParaRPr lang="pt-BR" b="0" i="0" dirty="0">
              <a:effectLst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4C26DC0-44CD-4581-AD0D-51B7E6AF1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9400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Exemplo Prático </a:t>
            </a:r>
          </a:p>
        </p:txBody>
      </p:sp>
      <p:pic>
        <p:nvPicPr>
          <p:cNvPr id="5122" name="Picture 2" descr="[Projeto] Fluxo de Teste - Funcionalidade Cadastro | Quality Assurance: plano de testes e gestão de bugs | Alura - Cursos online de tecnologia">
            <a:extLst>
              <a:ext uri="{FF2B5EF4-FFF2-40B4-BE49-F238E27FC236}">
                <a16:creationId xmlns:a16="http://schemas.microsoft.com/office/drawing/2014/main" id="{0C54D828-0D67-4E37-8759-722974730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899" y="1604627"/>
            <a:ext cx="5672570" cy="434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83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440" y="257548"/>
            <a:ext cx="10515600" cy="1325563"/>
          </a:xfrm>
        </p:spPr>
        <p:txBody>
          <a:bodyPr/>
          <a:lstStyle/>
          <a:p>
            <a:r>
              <a:rPr lang="pt-BR" dirty="0"/>
              <a:t>Exercícios de teste funcional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4112" y="1436551"/>
            <a:ext cx="10515600" cy="398489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sz="3600" dirty="0"/>
              <a:t>O cliente tem um APP para cadastrar, realizar pedidos, fazer pagamentos e emitir uma nota fiscal,</a:t>
            </a:r>
          </a:p>
          <a:p>
            <a:pPr marL="0" indent="0" fontAlgn="base">
              <a:buNone/>
            </a:pPr>
            <a:r>
              <a:rPr lang="pt-BR" sz="3600" dirty="0"/>
              <a:t>Criar 10 testes funcionais de cada modulo.</a:t>
            </a:r>
          </a:p>
          <a:p>
            <a:pPr marL="0" indent="0" fontAlgn="base">
              <a:buNone/>
            </a:pPr>
            <a:r>
              <a:rPr lang="pt-BR" sz="3600" dirty="0"/>
              <a:t>1-Usuário consegue se cadastrar?</a:t>
            </a:r>
          </a:p>
          <a:p>
            <a:pPr marL="0" indent="0" fontAlgn="base">
              <a:buNone/>
            </a:pPr>
            <a:r>
              <a:rPr lang="pt-BR" sz="3600" dirty="0"/>
              <a:t>2-Usuario consegue se </a:t>
            </a:r>
            <a:r>
              <a:rPr lang="pt-BR" sz="3600" dirty="0" err="1"/>
              <a:t>logar</a:t>
            </a:r>
            <a:r>
              <a:rPr lang="pt-BR" sz="3600" dirty="0"/>
              <a:t>?</a:t>
            </a:r>
          </a:p>
          <a:p>
            <a:pPr marL="0" indent="0" fontAlgn="base">
              <a:buNone/>
            </a:pPr>
            <a:endParaRPr lang="pt-BR" sz="3600" dirty="0"/>
          </a:p>
          <a:p>
            <a:pPr marL="0" indent="0" fontAlgn="base">
              <a:buNone/>
            </a:pPr>
            <a:endParaRPr lang="pt-BR" sz="3600" dirty="0"/>
          </a:p>
          <a:p>
            <a:pPr fontAlgn="base"/>
            <a:endParaRPr lang="pt-BR" b="0" i="0" dirty="0">
              <a:effectLst/>
            </a:endParaRPr>
          </a:p>
          <a:p>
            <a:pPr fontAlgn="base"/>
            <a:endParaRPr lang="pt-BR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04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230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TESTE DE SOFTWARE</vt:lpstr>
      <vt:lpstr>Conceito </vt:lpstr>
      <vt:lpstr>Exemplo Prático </vt:lpstr>
      <vt:lpstr>Teste funcional </vt:lpstr>
      <vt:lpstr>O que é verificado </vt:lpstr>
      <vt:lpstr>Exemplo Prático </vt:lpstr>
      <vt:lpstr>Exercícios de teste funcional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 DE QUALIDADE</dc:title>
  <dc:creator>CA</dc:creator>
  <cp:lastModifiedBy>Lab04</cp:lastModifiedBy>
  <cp:revision>46</cp:revision>
  <dcterms:created xsi:type="dcterms:W3CDTF">2022-02-11T18:11:02Z</dcterms:created>
  <dcterms:modified xsi:type="dcterms:W3CDTF">2026-05-27T14:06:38Z</dcterms:modified>
</cp:coreProperties>
</file>